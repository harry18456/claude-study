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486400" cy="5486400"/>
          </a:xfrm>
          <a:prstGeom prst="ellipse">
            <a:avLst/>
          </a:prstGeom>
          <a:solidFill>
            <a:srgbClr val="243B6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0" y="1828800"/>
            <a:ext cx="4572000" cy="4572000"/>
          </a:xfrm>
          <a:prstGeom prst="ellipse">
            <a:avLst/>
          </a:prstGeom>
          <a:solidFill>
            <a:srgbClr val="818CF8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228600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SW RD &amp; BSP RD Team Introduction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429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2026.04.09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Powered by Anthropic  |  Constitutional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Today's Topics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for Engineers | 2026.04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371600"/>
            <a:ext cx="731520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1371600"/>
            <a:ext cx="54864" cy="47548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1426464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17904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91640" y="137160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是什麼？模型家族總覽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14400" y="1938528"/>
            <a:ext cx="731520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914400" y="1938528"/>
            <a:ext cx="54864" cy="475488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5" name="Shape 12"/>
          <p:cNvSpPr/>
          <p:nvPr/>
        </p:nvSpPr>
        <p:spPr>
          <a:xfrm>
            <a:off x="1143000" y="199339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084832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691640" y="193852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四大存取管道 — 工程師怎麼用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914400" y="2505456"/>
            <a:ext cx="731520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2505456"/>
            <a:ext cx="54864" cy="47548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0" name="Shape 16"/>
          <p:cNvSpPr/>
          <p:nvPr/>
        </p:nvSpPr>
        <p:spPr>
          <a:xfrm>
            <a:off x="1143000" y="256032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651760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691640" y="2505456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Code CLI — 開發者核心工具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14400" y="3072384"/>
            <a:ext cx="731520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14400" y="3072384"/>
            <a:ext cx="54864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0"/>
          <p:cNvSpPr/>
          <p:nvPr/>
        </p:nvSpPr>
        <p:spPr>
          <a:xfrm>
            <a:off x="1143000" y="3127248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218688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691640" y="3072384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— 連接外部工具的開放標準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914400" y="3639312"/>
            <a:ext cx="731520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914400" y="3639312"/>
            <a:ext cx="54864" cy="475488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0" name="Shape 24"/>
          <p:cNvSpPr/>
          <p:nvPr/>
        </p:nvSpPr>
        <p:spPr>
          <a:xfrm>
            <a:off x="1143000" y="3694176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785616"/>
            <a:ext cx="182880" cy="1828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691640" y="3639312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Hooks &amp; Skills — 自動化與可重用流程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914400" y="4206240"/>
            <a:ext cx="7315200" cy="475488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14400" y="420624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5" name="Shape 28"/>
          <p:cNvSpPr/>
          <p:nvPr/>
        </p:nvSpPr>
        <p:spPr>
          <a:xfrm>
            <a:off x="1143000" y="4261104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4440" y="4352544"/>
            <a:ext cx="182880" cy="18288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691640" y="420624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實戰建議 &amp; 下一步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模型家族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三個等級 + 特殊用途模型，覆蓋不同速度與能力需求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for Engineers | 2026.04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280160"/>
            <a:ext cx="26060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280160"/>
            <a:ext cx="54864" cy="22860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46304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565910"/>
            <a:ext cx="205740" cy="20574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8580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claude-haiku-4-5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85800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輕量快速、低成本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8580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高頻 Agent worker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簡單問答 / 分類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37560" y="1280160"/>
            <a:ext cx="26060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337560" y="1280160"/>
            <a:ext cx="54864" cy="22860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Shape 15"/>
          <p:cNvSpPr/>
          <p:nvPr/>
        </p:nvSpPr>
        <p:spPr>
          <a:xfrm>
            <a:off x="3520440" y="146304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565910"/>
            <a:ext cx="205740" cy="2057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6908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352044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claude-sonnet-4-6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520440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平衡性能與成本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352044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主要開發工作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90% 場景最佳選擇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172200" y="1280160"/>
            <a:ext cx="260604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172200" y="1280160"/>
            <a:ext cx="54864" cy="2286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6" name="Shape 22"/>
          <p:cNvSpPr/>
          <p:nvPr/>
        </p:nvSpPr>
        <p:spPr>
          <a:xfrm>
            <a:off x="6355080" y="146304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1565910"/>
            <a:ext cx="205740" cy="20574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903720" y="1463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355080" y="19659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claude-opus-4-6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355080" y="22402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最強推理能力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6355080" y="26060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架構設計決策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深度研究 / 複雜分析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02920" y="3794760"/>
            <a:ext cx="8138160" cy="7772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502920" y="3794760"/>
            <a:ext cx="54864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Shape 29"/>
          <p:cNvSpPr/>
          <p:nvPr/>
        </p:nvSpPr>
        <p:spPr>
          <a:xfrm>
            <a:off x="731520" y="3886200"/>
            <a:ext cx="548640" cy="2560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0"/>
          <p:cNvSpPr/>
          <p:nvPr/>
        </p:nvSpPr>
        <p:spPr>
          <a:xfrm>
            <a:off x="731520" y="38862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14173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Mythos Preview (2026/04/07)</a:t>
            </a:r>
            <a:endParaRPr lang="en-US" sz="1400" dirty="0"/>
          </a:p>
        </p:txBody>
      </p:sp>
      <p:sp>
        <p:nvSpPr>
          <p:cNvPr id="37" name="Text 32"/>
          <p:cNvSpPr/>
          <p:nvPr/>
        </p:nvSpPr>
        <p:spPr>
          <a:xfrm>
            <a:off x="1417320" y="4160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資安專用模型 — 自主發現零日漏洞、複合攻擊鏈  |  Input $25 / Output $125 per 1M tokens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四大存取管道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工程師使用 Claude 的四個入口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for Engineers | 2026.04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325880"/>
            <a:ext cx="1965960" cy="3154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54864" cy="31546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15087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5850" y="1634490"/>
            <a:ext cx="251460" cy="2514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1148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148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網頁介面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360" y="2788920"/>
            <a:ext cx="1417320" cy="18288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日常對話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文件分析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快速查詢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Artifacts 即時預覽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14600" y="1325880"/>
            <a:ext cx="1965960" cy="3154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14600" y="1325880"/>
            <a:ext cx="54864" cy="31546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8" name="Shape 15"/>
          <p:cNvSpPr/>
          <p:nvPr/>
        </p:nvSpPr>
        <p:spPr>
          <a:xfrm>
            <a:off x="3154680" y="15087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10" y="1634490"/>
            <a:ext cx="251460" cy="2514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0604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260604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桌面 App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2788920" y="2788920"/>
            <a:ext cx="1417320" cy="18288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23" name="Text 19"/>
          <p:cNvSpPr/>
          <p:nvPr/>
        </p:nvSpPr>
        <p:spPr>
          <a:xfrm>
            <a:off x="2651760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Cowork 自動化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Computer Use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本機 MCP 整合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Dispatch 跨裝置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4709160" y="1325880"/>
            <a:ext cx="1965960" cy="3154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09160" y="1325880"/>
            <a:ext cx="54864" cy="3154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Shape 22"/>
          <p:cNvSpPr/>
          <p:nvPr/>
        </p:nvSpPr>
        <p:spPr>
          <a:xfrm>
            <a:off x="5349240" y="15087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970" y="1634490"/>
            <a:ext cx="251460" cy="2514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80060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CLI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480060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終端機工具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983480" y="2788920"/>
            <a:ext cx="1417320" cy="18288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31" name="Text 26"/>
          <p:cNvSpPr/>
          <p:nvPr/>
        </p:nvSpPr>
        <p:spPr>
          <a:xfrm>
            <a:off x="4846320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程式碼操作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檔案讀寫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多 Agent 協作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Hooks 自動化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903720" y="1325880"/>
            <a:ext cx="1965960" cy="3154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903720" y="1325880"/>
            <a:ext cx="54864" cy="3154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Shape 29"/>
          <p:cNvSpPr/>
          <p:nvPr/>
        </p:nvSpPr>
        <p:spPr>
          <a:xfrm>
            <a:off x="7543800" y="150876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530" y="1634490"/>
            <a:ext cx="251460" cy="2514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95160" y="2148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SDK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6995160" y="246888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程式串接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7178040" y="2788920"/>
            <a:ext cx="1417320" cy="18288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39" name="Text 33"/>
          <p:cNvSpPr/>
          <p:nvPr/>
        </p:nvSpPr>
        <p:spPr>
          <a:xfrm>
            <a:off x="7040880" y="288036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建立 AI 應用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自動化流程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Python / TS SDK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按 token 計費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CLI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工程師的核心開發工具 — 直接在終端機操作程式碼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for Engineers | 2026.04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931920" cy="13716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13716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安裝與啟動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1874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https://claude.ai/install.sh | bash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auth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"review this code"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880360"/>
            <a:ext cx="3931920" cy="16916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880360"/>
            <a:ext cx="54864" cy="16916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6" name="Shape 13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108960"/>
            <a:ext cx="182880" cy="1828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4300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權限模式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40080" y="33832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331720" y="3383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每次工具呼叫都詢問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40080" y="36576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acceptEdits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331720" y="3657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自動接受檔案編輯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0080" y="3931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331720" y="3931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只規劃不執行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64008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bypassPermissions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331720" y="42062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完全自動執行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63440" y="1325880"/>
            <a:ext cx="4023360" cy="3246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663440" y="1325880"/>
            <a:ext cx="54864" cy="32461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9" name="Shape 25"/>
          <p:cNvSpPr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54480"/>
            <a:ext cx="182880" cy="18288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34924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常用功能速查</a:t>
            </a:r>
            <a:endParaRPr lang="en-US" sz="1500" dirty="0"/>
          </a:p>
        </p:txBody>
      </p:sp>
      <p:sp>
        <p:nvSpPr>
          <p:cNvPr id="32" name="Text 27"/>
          <p:cNvSpPr/>
          <p:nvPr/>
        </p:nvSpPr>
        <p:spPr>
          <a:xfrm>
            <a:off x="4846320" y="19202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/plan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675120" y="1920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先規劃再執行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846320" y="22402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/compact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667512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壓縮對話節省 context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4846320" y="25603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/diff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675120" y="2560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查看未提交的變更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4846320" y="28803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/batch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667512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並行大規模變更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4846320" y="3200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/loop 5m task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667512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定時重複執行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484632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@file.ts</a:t>
            </a:r>
            <a:endParaRPr lang="en-US" sz="1000" dirty="0"/>
          </a:p>
        </p:txBody>
      </p:sp>
      <p:sp>
        <p:nvSpPr>
          <p:cNvPr id="43" name="Text 38"/>
          <p:cNvSpPr/>
          <p:nvPr/>
        </p:nvSpPr>
        <p:spPr>
          <a:xfrm>
            <a:off x="667512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檔案路徑補全引用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846320" y="3840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 git status</a:t>
            </a:r>
            <a:endParaRPr lang="en-US" sz="1000" dirty="0"/>
          </a:p>
        </p:txBody>
      </p:sp>
      <p:sp>
        <p:nvSpPr>
          <p:cNvPr id="45" name="Text 40"/>
          <p:cNvSpPr/>
          <p:nvPr/>
        </p:nvSpPr>
        <p:spPr>
          <a:xfrm>
            <a:off x="66751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直接執行 shell 指令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4846320" y="4160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Shift+Tab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6675120" y="4160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切換權限模式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&amp; Hooks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專案設定 + 確定性自動化 — 讓 Claude 理解團隊慣例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for Engineers | 2026.04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931920" cy="3246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32461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給 Claude 看的「專案說明書」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~/.claude/CLAUDE.md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2240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全域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60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&lt;repo&gt;/CLAUDE.md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2560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團隊共用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2880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.claude/CLAUDE.md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個人覆寫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3200400"/>
            <a:ext cx="3474720" cy="18288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建議內容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" y="35661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技術堆疊 (Python / C / Yocto...)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程式碼風格 / 命名慣例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工作流程 (TDD / commit format)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禁止事項 (不硬寫 API key)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325880"/>
            <a:ext cx="4023360" cy="32461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325880"/>
            <a:ext cx="54864" cy="32461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14173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系統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9204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工具執行前後自動觸發 shell 指令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240280"/>
            <a:ext cx="14630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2240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PreToolUse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2402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工具執行前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92040" y="2651760"/>
            <a:ext cx="14630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26517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PostToolUse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2651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工具執行後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92040" y="3063240"/>
            <a:ext cx="146304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0632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9224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結束時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92040" y="3474720"/>
            <a:ext cx="3566160" cy="18288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使用範例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840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Edit 後自動跑 prettier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存檔後自動跑 lint / test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結束時產出摘要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MCP（Model Context Protocol）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讓 Claude 主動連接外部工具與資料來源的開放標準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for Engineers | 2026.04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118872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7830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你的程式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  &gt;&gt;&gt;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377440" y="1783080"/>
            <a:ext cx="1097280" cy="320040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783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783080"/>
            <a:ext cx="1097280" cy="320040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783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1783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</a:rPr>
              <a:t>  &gt;&gt;&gt;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09360" y="1783080"/>
            <a:ext cx="2103120" cy="320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783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MCP Server (外部工具)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 MCP Servers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3383280"/>
            <a:ext cx="73152" cy="3474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383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檔案系統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3736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server-filesystem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3383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讀寫本機檔案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3822192"/>
            <a:ext cx="73152" cy="3474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版本控制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37360" y="3822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server-github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83280" y="3822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 PR / Issues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0080" y="4261104"/>
            <a:ext cx="73152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42611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資料庫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2611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server-postgres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383280" y="42611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查詢 PostgreSQL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383280"/>
            <a:ext cx="73152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38328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瀏覽器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3383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server-puppeteer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589520" y="33832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操控瀏覽器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46320" y="3822192"/>
            <a:ext cx="73152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38221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溝通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43600" y="38221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 MCP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89520" y="382219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讀寫 Slack 頻道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46320" y="4261104"/>
            <a:ext cx="73152" cy="34747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0" y="42611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0" y="426110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Figma MCP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589520" y="426110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讀取設計稿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系統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可重用工作流程 — 一次定義，反覆使用的 slash commands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for Engineers | 2026.04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93192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15087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= Markdown 工作流程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/code-review auth.ts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-&gt; 自動按照團隊標準執行 review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/prepare-pr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-&gt; 分析 diff 生成 PR 標題說明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325880"/>
            <a:ext cx="4023360" cy="150876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325880"/>
            <a:ext cx="54864" cy="15087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儲存位置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~/.claude/skills/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76656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全域 (所有 session)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9204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.claude/skills/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專案 (只在此 repo)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393192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17520"/>
            <a:ext cx="54864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目錄結構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4747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skill-name/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SKILL.md         # 主指示檔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scripts/         # 腳本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references/      # 參考文件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assets/          # 模板靜態檔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4023360" cy="1554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3017520"/>
            <a:ext cx="54864" cy="155448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撰寫最佳實踐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9204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說明「為什麼」而非死規則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加入 Guardrails 防護欄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Checklist 確保完整性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單一職責 — 一個 skill 一件事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重複腳本放進 scripts/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方案建議 &amp; 實戰 Tips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針對工程師的選擇與使用建議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 for Engineers | 2026.04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73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325880"/>
            <a:ext cx="39319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325880"/>
            <a:ext cx="54864" cy="1828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方案建議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1828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Pro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8308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$0 ~ $20/月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88920" y="18288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個人探索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1488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5x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8308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$100/月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88920" y="2148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重度 Claude Code 用戶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468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$30/人/月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8892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5-20 人工程團隊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85800" y="2788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2788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洽談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88920" y="2788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合規 / 大規模使用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325880"/>
            <a:ext cx="402336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325880"/>
            <a:ext cx="54864" cy="1828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工程師 Tips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892040" y="18288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用 CLAUDE.md 寫好專案規範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Hooks 確保 100% 自動化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Skill 封裝重複工作流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90% 情境用 Sonnet 最划算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隱私：關閉 Help improve Claude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三介面共用額度，注意分配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383280"/>
            <a:ext cx="8229600" cy="1143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383280"/>
            <a:ext cx="54864" cy="1143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3520440"/>
            <a:ext cx="411480" cy="41148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3623310"/>
            <a:ext cx="205740" cy="2057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23444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隱私與資料訓練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1234440" y="3794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Anthropic 預設會使用對話來訓練模型！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Settings &gt; Privacy &gt; 關閉「Help improve Claude」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Team / Enterprise 方案預設已關閉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43B6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818CF8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150876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08760"/>
            <a:ext cx="54864" cy="6400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5544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150876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安裝 Claude Code CLI，開始在終端機操作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228600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86000"/>
            <a:ext cx="54864" cy="64008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317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737360" y="228600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建立團隊 CLAUDE.md，寫入專案規範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306324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63240"/>
            <a:ext cx="54864" cy="6400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737360" y="306324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設定 MCP Server，連接 GitHub / DB / Slack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7680960" cy="640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840480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88620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737360" y="3840480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封裝團隊常用流程為 Skills，提升效率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31520" y="4617720"/>
            <a:ext cx="7680960" cy="18288"/>
          </a:xfrm>
          <a:prstGeom prst="rect">
            <a:avLst/>
          </a:prstGeom>
          <a:solidFill>
            <a:srgbClr val="243B6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claude.ai  |  code.claude.com/docs  |  modelcontextprotocol.io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for Engineers</dc:title>
  <dc:subject>PptxGenJS Presentation</dc:subject>
  <dc:creator>ErAsEr</dc:creator>
  <cp:lastModifiedBy>ErAsEr</cp:lastModifiedBy>
  <cp:revision>1</cp:revision>
  <dcterms:created xsi:type="dcterms:W3CDTF">2026-04-08T13:36:42Z</dcterms:created>
  <dcterms:modified xsi:type="dcterms:W3CDTF">2026-04-08T13:36:42Z</dcterms:modified>
</cp:coreProperties>
</file>